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Excel y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Ofimática y Herramientas Digitales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Hojas de cálculo y presentaciones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Ofimática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Celdas</a:t>
            </a:r>
          </a:p>
          <a:p>
            <a:pPr/>
            <a:r>
              <a:t>Fórmulas</a:t>
            </a:r>
          </a:p>
          <a:p>
            <a:pPr/>
            <a:r>
              <a:t>Diapositivas</a:t>
            </a:r>
          </a:p>
          <a:p>
            <a:pPr/>
            <a:r>
              <a:t>Animaciones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