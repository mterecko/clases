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Microsoft Word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Ofimática y Herramientas Digitales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Procesador de textos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Formato</a:t>
            </a:r>
          </a:p>
          <a:p>
            <a:pPr/>
            <a:r>
              <a:t>Insertar</a:t>
            </a:r>
          </a:p>
          <a:p>
            <a:pPr/>
            <a:r>
              <a:t>Tablas</a:t>
            </a:r>
          </a:p>
          <a:p>
            <a:pPr/>
            <a:r>
              <a:t>Imágenes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