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1: Introducción a la Computadora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Computación Básica y Ofimática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Hardware, software, sistema operativo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Partes de PC</a:t>
            </a:r>
          </a:p>
          <a:p>
            <a:pPr/>
            <a:r>
              <a:t>Windows/Linux</a:t>
            </a:r>
          </a:p>
          <a:p>
            <a:pPr/>
            <a:r>
              <a:t>Archivos</a:t>
            </a:r>
          </a:p>
          <a:p>
            <a:pPr/>
            <a:r>
              <a:t>Carpetas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