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Módulo 4: Internet y Seguridad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Computación Básica y Ofimática</a:t>
            </a:r>
          </a:p>
          <a:p>
            <a:r>
              <a:t>14-18 años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Objetivos del Módulo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Navegación segura y proyecto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Internet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Navegadores</a:t>
            </a:r>
          </a:p>
          <a:p>
            <a:pPr/>
            <a:r>
              <a:t>Email</a:t>
            </a:r>
          </a:p>
          <a:p>
            <a:pPr/>
            <a:r>
              <a:t>Seguridad</a:t>
            </a:r>
          </a:p>
          <a:p>
            <a:pPr/>
            <a:r>
              <a:t>Proyecto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Resumen y Próximos Pasos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