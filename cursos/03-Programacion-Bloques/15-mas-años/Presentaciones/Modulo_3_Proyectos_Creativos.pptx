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3: Proyectos Creativos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Programación Visual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Animaciones e historias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Animaciones</a:t>
            </a:r>
          </a:p>
          <a:p>
            <a:pPr/>
            <a:r>
              <a:t>Historias</a:t>
            </a:r>
          </a:p>
          <a:p>
            <a:pPr/>
            <a:r>
              <a:t>Arte</a:t>
            </a:r>
          </a:p>
          <a:p>
            <a:pPr/>
            <a:r>
              <a:t>Música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