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Controles y Eventos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Introducción a Programación Visual</a:t>
            </a:r>
          </a:p>
          <a:p>
            <a:r>
              <a:t>15+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Interacción y juegos simples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Interactividad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Eventos</a:t>
            </a:r>
          </a:p>
          <a:p>
            <a:pPr/>
            <a:r>
              <a:t>Condicionales</a:t>
            </a:r>
          </a:p>
          <a:p>
            <a:pPr/>
            <a:r>
              <a:t>Variables</a:t>
            </a:r>
          </a:p>
          <a:p>
            <a:pPr/>
            <a:r>
              <a:t>Juegos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