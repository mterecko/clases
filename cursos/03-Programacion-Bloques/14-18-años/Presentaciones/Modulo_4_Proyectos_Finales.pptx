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4: Proyectos Finales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Programación Visual Avanzada</a:t>
            </a:r>
          </a:p>
          <a:p>
            <a:r>
              <a:t>14-18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Juegos complejos y proyecto final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Proyectos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Juegos avanzados</a:t>
            </a:r>
          </a:p>
          <a:p>
            <a:pPr/>
            <a:r>
              <a:t>Colaboración</a:t>
            </a:r>
          </a:p>
          <a:p>
            <a:pPr/>
            <a:r>
              <a:t>Publicación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