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Módulo 1: Introducción a Scratch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Programación por Bloques con Scratch</a:t>
            </a:r>
          </a:p>
          <a:p>
            <a:r>
              <a:t>9-13 años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Objetivos del Módulo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Primeros programas y movimientos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Scratch básico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Interface</a:t>
            </a:r>
          </a:p>
          <a:p>
            <a:pPr/>
            <a:r>
              <a:t>Sprites</a:t>
            </a:r>
          </a:p>
          <a:p>
            <a:pPr/>
            <a:r>
              <a:t>Bloques</a:t>
            </a:r>
          </a:p>
          <a:p>
            <a:pPr/>
            <a:r>
              <a:t>Movimiento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Resumen y Próximos Pasos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