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de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Inteligencia Artificial Aplicada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for Kids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ML for Kids</a:t>
            </a:r>
          </a:p>
          <a:p>
            <a:pPr/>
            <a:r>
              <a:t>Entrenar modelos simples</a:t>
            </a:r>
          </a:p>
          <a:p>
            <a:pPr/>
            <a:r>
              <a:t>Integración Scratch</a:t>
            </a:r>
          </a:p>
          <a:p>
            <a:pPr/>
            <a:r>
              <a:t>Proyecto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