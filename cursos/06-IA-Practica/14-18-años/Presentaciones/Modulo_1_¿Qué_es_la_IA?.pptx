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1: ¿Qué es la IA?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Inteligencia Artificial Aplicada</a:t>
            </a:r>
          </a:p>
          <a:p>
            <a:r>
              <a:t>14-18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Conceptos básicos y primeros contactos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Fundamentos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Definición simple</a:t>
            </a:r>
          </a:p>
          <a:p>
            <a:pPr/>
            <a:r>
              <a:t>Ejemplos cotidianos</a:t>
            </a:r>
          </a:p>
          <a:p>
            <a:pPr/>
            <a:r>
              <a:t>Historia básica</a:t>
            </a:r>
          </a:p>
          <a:p>
            <a:pPr/>
            <a:r>
              <a:t>Primeros experimentos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