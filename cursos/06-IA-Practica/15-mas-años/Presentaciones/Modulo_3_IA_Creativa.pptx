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IA Creativa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IA para Productividad y Creatividad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Generar imágenes, música, historias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con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Generadores de imagen</a:t>
            </a:r>
          </a:p>
          <a:p>
            <a:pPr/>
            <a:r>
              <a:t>Bing Image Creator</a:t>
            </a:r>
          </a:p>
          <a:p>
            <a:pPr/>
            <a:r>
              <a:t>Historias con IA</a:t>
            </a:r>
          </a:p>
          <a:p>
            <a:pPr/>
            <a:r>
              <a:t>Arte digital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