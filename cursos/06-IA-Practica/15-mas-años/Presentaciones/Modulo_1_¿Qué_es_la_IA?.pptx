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¿Qué es la IA?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IA para Productividad y Creatividad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básicos y primeros contactos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Definición simple</a:t>
            </a:r>
          </a:p>
          <a:p>
            <a:pPr/>
            <a:r>
              <a:t>Ejemplos cotidianos</a:t>
            </a:r>
          </a:p>
          <a:p>
            <a:pPr/>
            <a:r>
              <a:t>Historia básica</a:t>
            </a:r>
          </a:p>
          <a:p>
            <a:pPr/>
            <a:r>
              <a:t>Primeros 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