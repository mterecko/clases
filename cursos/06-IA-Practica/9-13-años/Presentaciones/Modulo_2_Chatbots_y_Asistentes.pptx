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2: Chatbots y Asistentes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Introducción a la Inteligencia Artificial</a:t>
            </a:r>
          </a:p>
          <a:p>
            <a:r>
              <a:t>9-13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Usar Copilot, ChatGPT, asistentes de voz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Conversación con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Microsoft Copilot</a:t>
            </a:r>
          </a:p>
          <a:p>
            <a:pPr/>
            <a:r>
              <a:t>Prompts efectivos</a:t>
            </a:r>
          </a:p>
          <a:p>
            <a:pPr/>
            <a:r>
              <a:t>Tareas escolares</a:t>
            </a:r>
          </a:p>
          <a:p>
            <a:pPr/>
            <a:r>
              <a:t>Creatividad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