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Creativos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Administración de Sistemas y Multimedia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digital y proyecto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Video proyecto</a:t>
            </a:r>
          </a:p>
          <a:p>
            <a:pPr/>
            <a:r>
              <a:t>Portfolio digital</a:t>
            </a:r>
          </a:p>
          <a:p>
            <a:pPr/>
            <a:r>
              <a:t>Publicación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