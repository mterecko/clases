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1: Instalación y Configuración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Computación Intermedia y Técnica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Instalar software, drivers, configuraciones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Instalación</a:t>
            </a:r>
          </a:p>
          <a:p>
            <a:pPr/>
            <a:r>
              <a:t>Desinstalación</a:t>
            </a:r>
          </a:p>
          <a:p>
            <a:pPr/>
            <a:r>
              <a:t>Actualizaciones</a:t>
            </a:r>
          </a:p>
          <a:p>
            <a:pPr/>
            <a:r>
              <a:t>Drivers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