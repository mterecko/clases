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Mantenimiento y Troubleshooting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 y Técnica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Resolver problemas, mantener 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Mantenimiento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Antivirus</a:t>
            </a:r>
          </a:p>
          <a:p>
            <a:pPr/>
            <a:r>
              <a:t>Limpieza</a:t>
            </a:r>
          </a:p>
          <a:p>
            <a:pPr/>
            <a:r>
              <a:t>Optimización</a:t>
            </a:r>
          </a:p>
          <a:p>
            <a:pPr/>
            <a:r>
              <a:t>Respaldos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