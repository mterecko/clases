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Sistemas Digitales y Proyecto Final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Electrónica Avanzada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Lógica secuencial, memorias, intro a MCU y proyecto complejo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avanzado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Máquinas de estados</a:t>
            </a:r>
          </a:p>
          <a:p>
            <a:pPr/>
            <a:r>
              <a:t>Microcontroladores básicos</a:t>
            </a:r>
          </a:p>
          <a:p>
            <a:pPr/>
            <a:r>
              <a:t>Comunicación serial</a:t>
            </a:r>
          </a:p>
          <a:p>
            <a:pPr/>
            <a:r>
              <a:t>Integración de sistemas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