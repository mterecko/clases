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1: Análisis de Circuitos Avanzado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Curso de Electrónica Avanzada</a:t>
            </a:r>
          </a:p>
          <a:p>
            <a:r>
              <a:t>15+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Teoremas de circuitos, análisis AC, impedancias y resonancia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Técnicas avanzadas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Teoremas de Thévenin y Norton</a:t>
            </a:r>
          </a:p>
          <a:p>
            <a:pPr/>
            <a:r>
              <a:t>Superposición</a:t>
            </a:r>
          </a:p>
          <a:p>
            <a:pPr/>
            <a:r>
              <a:t>Análisis de mallas y nodos</a:t>
            </a:r>
          </a:p>
          <a:p>
            <a:pPr/>
            <a:r>
              <a:t>Circuitos AC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