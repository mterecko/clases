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Circuitos Integrados y Aplicaciones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Electrónica Avanzada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Op-amps, comparadores, osciladores, PLLs, conversores ADC/DAC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Sistemas integrados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Amplificadores operacionales avanzados</a:t>
            </a:r>
          </a:p>
          <a:p>
            <a:pPr/>
            <a:r>
              <a:t>Filtros activos</a:t>
            </a:r>
          </a:p>
          <a:p>
            <a:pPr/>
            <a:r>
              <a:t>Conversión analógica-digital</a:t>
            </a:r>
          </a:p>
          <a:p>
            <a:pPr/>
            <a:r>
              <a:t>Generadores de señal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