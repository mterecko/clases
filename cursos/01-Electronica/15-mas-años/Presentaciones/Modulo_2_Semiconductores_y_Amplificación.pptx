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2: Semiconductores y Amplificación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Curso de Electrónica Avanzada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Diodos, transistores BJT y MOSFET, amplificadores multietapa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Dispositivos activos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Características de semiconductores</a:t>
            </a:r>
          </a:p>
          <a:p>
            <a:pPr/>
            <a:r>
              <a:t>Amplificadores clase A/B</a:t>
            </a:r>
          </a:p>
          <a:p>
            <a:pPr/>
            <a:r>
              <a:t>MOSFET como switch</a:t>
            </a:r>
          </a:p>
          <a:p>
            <a:pPr/>
            <a:r>
              <a:t>Diseño de amplificadores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