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Componentes Pasivos y Activos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Práctica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Resistencias, capacitores, inductores, diodos y transistores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esenciales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Resistencias variables</a:t>
            </a:r>
          </a:p>
          <a:p>
            <a:pPr/>
            <a:r>
              <a:t>Capacitores y su función</a:t>
            </a:r>
          </a:p>
          <a:p>
            <a:pPr/>
            <a:r>
              <a:t>Diodos y rectificación</a:t>
            </a:r>
          </a:p>
          <a:p>
            <a:pPr/>
            <a:r>
              <a:t>Transistores como switch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