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4: Electrónica Digital y Proyectos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Práctica</a:t>
            </a:r>
          </a:p>
          <a:p>
            <a:r>
              <a:t>14-18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Compuertas lógicas, circuitos integrados y proyecto final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Digital y proyectos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Compuertas lógicas</a:t>
            </a:r>
          </a:p>
          <a:p>
            <a:pPr/>
            <a:r>
              <a:t>Circuitos integrados (555, op-amps)</a:t>
            </a:r>
          </a:p>
          <a:p>
            <a:pPr/>
            <a:r>
              <a:t>Proyectos integrados</a:t>
            </a:r>
          </a:p>
          <a:p>
            <a:pPr/>
            <a:r>
              <a:t>Diseño personalizado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