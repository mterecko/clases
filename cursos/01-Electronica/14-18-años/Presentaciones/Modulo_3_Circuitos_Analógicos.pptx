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3: Circuitos Analógicos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Curso de Electrónica Práctica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Amplificadores, filtros, osciladores y fuentes de alimentación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Aplicaciones analógicas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Amplificadores con transistores</a:t>
            </a:r>
          </a:p>
          <a:p>
            <a:pPr/>
            <a:r>
              <a:t>Fuentes reguladas</a:t>
            </a:r>
          </a:p>
          <a:p>
            <a:pPr/>
            <a:r>
              <a:t>Osciladores</a:t>
            </a:r>
          </a:p>
          <a:p>
            <a:pPr/>
            <a:r>
              <a:t>Filtros RC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