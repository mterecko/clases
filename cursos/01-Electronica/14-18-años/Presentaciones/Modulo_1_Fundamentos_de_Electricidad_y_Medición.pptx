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Fundamentos de Electricidad y Medición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Práctica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eléctricos fundamentales, leyes básicas y uso de instrumentos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Teoría eléctrica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Voltaje, corriente y resistencia</a:t>
            </a:r>
          </a:p>
          <a:p>
            <a:pPr/>
            <a:r>
              <a:t>Ley de Ohm</a:t>
            </a:r>
          </a:p>
          <a:p>
            <a:pPr/>
            <a:r>
              <a:t>Potencia eléctrica</a:t>
            </a:r>
          </a:p>
          <a:p>
            <a:pPr/>
            <a:r>
              <a:t>Uso del multímetro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