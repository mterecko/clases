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Módulo 1: Introducción a la Electricidad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Curso de Electrónica Básica</a:t>
            </a:r>
          </a:p>
          <a:p>
            <a:r>
              <a:t>9-13 años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Módulo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Conceptos fundamentales de electricidad, seguridad y primeros experimentos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es la electricidad?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Electricidad en la vida diaria</a:t>
            </a:r>
          </a:p>
          <a:p>
            <a:pPr/>
            <a:r>
              <a:t>Átomos y electrones (concepto simple)</a:t>
            </a:r>
          </a:p>
          <a:p>
            <a:pPr/>
            <a:r>
              <a:t>Conductores y aislantes</a:t>
            </a:r>
          </a:p>
          <a:p>
            <a:pPr/>
            <a:r>
              <a:t>Seguridad eléctrica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y 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