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Circuitos Simples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Básica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Construcción de circuitos básicos y uso del protoboard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Construyendo circuitos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Circuitos en serie</a:t>
            </a:r>
          </a:p>
          <a:p>
            <a:pPr/>
            <a:r>
              <a:t>Circuitos en paralelo</a:t>
            </a:r>
          </a:p>
          <a:p>
            <a:pPr/>
            <a:r>
              <a:t>Uso del protoboard</a:t>
            </a:r>
          </a:p>
          <a:p>
            <a:pPr/>
            <a:r>
              <a:t>Lectura de diagramas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