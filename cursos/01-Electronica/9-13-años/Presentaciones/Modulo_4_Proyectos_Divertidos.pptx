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Módulo 4: Proyectos Divertidos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Curso de Electrónica Básica</a:t>
            </a:r>
          </a:p>
          <a:p>
            <a:r>
              <a:t>9-13 años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Objetivos del Módulo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Crear proyectos electrónicos funcionales y proyecto final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Proyectos creativos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Alarma simple</a:t>
            </a:r>
          </a:p>
          <a:p>
            <a:pPr/>
            <a:r>
              <a:t>Lámpara LED multicolor</a:t>
            </a:r>
          </a:p>
          <a:p>
            <a:pPr/>
            <a:r>
              <a:t>Semáforo</a:t>
            </a:r>
          </a:p>
          <a:p>
            <a:pPr/>
            <a:r>
              <a:t>Proyecto final personalizado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Resumen y Próximos Pasos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