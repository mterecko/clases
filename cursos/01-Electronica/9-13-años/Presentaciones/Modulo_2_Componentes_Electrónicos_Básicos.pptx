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Módulo 2: Componentes Electrónicos Básicos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Curso de Electrónica Básica</a:t>
            </a:r>
          </a:p>
          <a:p>
            <a:r>
              <a:t>9-13 años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del Módulo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Conocer y experimentar con LEDs, resistencias, switches y baterías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Componentes esenciales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LEDs y su funcionamiento</a:t>
            </a:r>
          </a:p>
          <a:p>
            <a:pPr/>
            <a:r>
              <a:t>Resistencias y código de colores</a:t>
            </a:r>
          </a:p>
          <a:p>
            <a:pPr/>
            <a:r>
              <a:t>Switches y botones</a:t>
            </a:r>
          </a:p>
          <a:p>
            <a:pPr/>
            <a:r>
              <a:t>Baterías y fuentes de poder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Resumen y Próximos Pasos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