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Estructuras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la Ingeniería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Puentes, torres, resistencia de materiales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Puentes</a:t>
            </a:r>
          </a:p>
          <a:p>
            <a:pPr/>
            <a:r>
              <a:t>Torres</a:t>
            </a:r>
          </a:p>
          <a:p>
            <a:pPr/>
            <a:r>
              <a:t>Tensión y compresión</a:t>
            </a:r>
          </a:p>
          <a:p>
            <a:pPr/>
            <a:r>
              <a:t>Triángulos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