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Introducción a Ingeniería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 la Ingeniería Aplicada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Qué es ingeniería, proceso de diseño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Tipos de ingeniería</a:t>
            </a:r>
          </a:p>
          <a:p>
            <a:pPr/>
            <a:r>
              <a:t>Proceso de diseño</a:t>
            </a:r>
          </a:p>
          <a:p>
            <a:pPr/>
            <a:r>
              <a:t>Materiales</a:t>
            </a:r>
          </a:p>
          <a:p>
            <a:pPr/>
            <a:r>
              <a:t>Herramientas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