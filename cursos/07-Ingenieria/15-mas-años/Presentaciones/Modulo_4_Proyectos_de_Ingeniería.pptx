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de Ingeniería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 Aplicada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Diseño y construcción de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Diseño conceptual</a:t>
            </a:r>
          </a:p>
          <a:p>
            <a:pPr/>
            <a:r>
              <a:t>Prototipo</a:t>
            </a:r>
          </a:p>
          <a:p>
            <a:pPr/>
            <a:r>
              <a:t>Pruebas</a:t>
            </a:r>
          </a:p>
          <a:p>
            <a:pPr/>
            <a:r>
              <a:t>Mejoras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