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Máquinas Simples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la Ingeniería Aplicada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Palancas, poleas, planos inclinados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Mecánica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6 máquinas simples</a:t>
            </a:r>
          </a:p>
          <a:p>
            <a:pPr/>
            <a:r>
              <a:t>Ventaja mecánica</a:t>
            </a:r>
          </a:p>
          <a:p>
            <a:pPr/>
            <a:r>
              <a:t>Aplicaciones</a:t>
            </a:r>
          </a:p>
          <a:p>
            <a:pPr/>
            <a:r>
              <a:t>Experimentos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