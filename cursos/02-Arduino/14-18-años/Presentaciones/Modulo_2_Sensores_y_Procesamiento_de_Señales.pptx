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Sensores y Procesamiento de Señales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y Programación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Sensores analógicos y digitales, filtrado, conversión ADC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Adquisición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Sensores variados</a:t>
            </a:r>
          </a:p>
          <a:p>
            <a:pPr/>
            <a:r>
              <a:t>ADC y resolución</a:t>
            </a:r>
          </a:p>
          <a:p>
            <a:pPr/>
            <a:r>
              <a:t>Filtrado de señales</a:t>
            </a:r>
          </a:p>
          <a:p>
            <a:pPr/>
            <a:r>
              <a:t>Calibración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