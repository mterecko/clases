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4: Proyectos Integrados y IoT Básico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Curso de Arduino y Programación</a:t>
            </a:r>
          </a:p>
          <a:p>
            <a:r>
              <a:t>14-18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Integración de sistemas, conectividad, proyecto final complejo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Sistemas complejos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Máquinas de estados</a:t>
            </a:r>
          </a:p>
          <a:p>
            <a:pPr/>
            <a:r>
              <a:t>Integración de módulos</a:t>
            </a:r>
          </a:p>
          <a:p>
            <a:pPr/>
            <a:r>
              <a:t>IoT con ESP8266</a:t>
            </a:r>
          </a:p>
          <a:p>
            <a:pPr/>
            <a:r>
              <a:t>Proyecto profesional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