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Comunicación y Actuadores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Arduino y Programación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Protocolos de comunicación, control de motores, displays avanzados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Comunicación 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Serial, I2C, SPI</a:t>
            </a:r>
          </a:p>
          <a:p>
            <a:pPr/>
            <a:r>
              <a:t>Control motores avanzado</a:t>
            </a:r>
          </a:p>
          <a:p>
            <a:pPr/>
            <a:r>
              <a:t>Displays y HMI</a:t>
            </a:r>
          </a:p>
          <a:p>
            <a:pPr/>
            <a:r>
              <a:t>Almacenamiento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