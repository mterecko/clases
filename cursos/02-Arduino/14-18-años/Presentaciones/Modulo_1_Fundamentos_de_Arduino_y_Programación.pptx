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Fundamentos de Arduino y Programación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Arduino y Programación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Programación en C/C++, estructura de programas, control de I/O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Programación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Variables y tipos de datos</a:t>
            </a:r>
          </a:p>
          <a:p>
            <a:pPr/>
            <a:r>
              <a:t>Estructuras de control</a:t>
            </a:r>
          </a:p>
          <a:p>
            <a:pPr/>
            <a:r>
              <a:t>Funciones</a:t>
            </a:r>
          </a:p>
          <a:p>
            <a:pPr/>
            <a:r>
              <a:t>I/O digital y analógico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