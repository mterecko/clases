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Integrar conocimientos en proyectos divertidos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Proyectos integradores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Robot evita obstáculos</a:t>
            </a:r>
          </a:p>
          <a:p>
            <a:pPr/>
            <a:r>
              <a:t>Juegos interactivos</a:t>
            </a:r>
          </a:p>
          <a:p>
            <a:pPr/>
            <a:r>
              <a:t>Alarmas inteligentes</a:t>
            </a:r>
          </a:p>
          <a:p>
            <a:pPr/>
            <a:r>
              <a:t>Proyecto personalizado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