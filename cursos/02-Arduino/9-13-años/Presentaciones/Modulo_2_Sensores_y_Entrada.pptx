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2: Sensores y Entrada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Curso de Arduino para Niños</a:t>
            </a:r>
          </a:p>
          <a:p>
            <a:r>
              <a:t>9-13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Trabajar con botones, sensores de luz, temperatura y distancia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Lectura de sensores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Botones y entradas digitales</a:t>
            </a:r>
          </a:p>
          <a:p>
            <a:pPr/>
            <a:r>
              <a:t>Entradas analógicas</a:t>
            </a:r>
          </a:p>
          <a:p>
            <a:pPr/>
            <a:r>
              <a:t>Sensores diversos</a:t>
            </a:r>
          </a:p>
          <a:p>
            <a:pPr/>
            <a:r>
              <a:t>Toma de decisiones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