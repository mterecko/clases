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Actuadores y Salida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Arduino para Niños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Controlar motores, servos, buzzers y displays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de dispositivos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Servomotores</a:t>
            </a:r>
          </a:p>
          <a:p>
            <a:pPr/>
            <a:r>
              <a:t>Motores DC</a:t>
            </a:r>
          </a:p>
          <a:p>
            <a:pPr/>
            <a:r>
              <a:t>Buzzer y sonidos</a:t>
            </a:r>
          </a:p>
          <a:p>
            <a:pPr/>
            <a:r>
              <a:t>Displays LCD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