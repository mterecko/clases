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Introducción a Arduino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Arduino para Niños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Conocer Arduino, primeros programas y componentes básicos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Arduino?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Microcontroladores</a:t>
            </a:r>
          </a:p>
          <a:p>
            <a:pPr/>
            <a:r>
              <a:t>Placa Arduino</a:t>
            </a:r>
          </a:p>
          <a:p>
            <a:pPr/>
            <a:r>
              <a:t>Instalación del software</a:t>
            </a:r>
          </a:p>
          <a:p>
            <a:pPr/>
            <a:r>
              <a:t>Primer programa: Blink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