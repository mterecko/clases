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Sensores Avanzados y Procesamiento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Avanzado de Arduino y Sistemas Embebidos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IMU, GPS, sensores industriales, filtros digitales, fusión sensorial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Adquisición avanzada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IMU y filtro Kalman</a:t>
            </a:r>
          </a:p>
          <a:p>
            <a:pPr/>
            <a:r>
              <a:t>GPS parsing</a:t>
            </a:r>
          </a:p>
          <a:p>
            <a:pPr/>
            <a:r>
              <a:t>FFT</a:t>
            </a:r>
          </a:p>
          <a:p>
            <a:pPr/>
            <a:r>
              <a:t>Procesamiento en tiempo real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