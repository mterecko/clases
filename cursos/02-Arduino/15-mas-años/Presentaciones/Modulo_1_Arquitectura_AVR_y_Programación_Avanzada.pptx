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Arquitectura AVR y Programación Avanzada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Avanzado de Arduino y Sistemas Embebidos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Registros, memoria, interrupciones, timers, programación a bajo nivel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AVR profundo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Arquitectura ATmega328P</a:t>
            </a:r>
          </a:p>
          <a:p>
            <a:pPr/>
            <a:r>
              <a:t>Registros de control</a:t>
            </a:r>
          </a:p>
          <a:p>
            <a:pPr/>
            <a:r>
              <a:t>Manipulación de bits</a:t>
            </a:r>
          </a:p>
          <a:p>
            <a:pPr/>
            <a:r>
              <a:t>Interrupciones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