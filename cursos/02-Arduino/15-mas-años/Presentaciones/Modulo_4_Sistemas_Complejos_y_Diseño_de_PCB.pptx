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Módulo 4: Sistemas Complejos y Diseño de PCB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Curso Avanzado de Arduino y Sistemas Embebidos</a:t>
            </a:r>
          </a:p>
          <a:p>
            <a:r>
              <a:t>15+ años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del Módulo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RTOS, diseño de PCB, bajo consumo, proyecto profesional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Sistemas profesionales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FreeRTOS</a:t>
            </a:r>
          </a:p>
          <a:p>
            <a:pPr/>
            <a:r>
              <a:t>Diseño PCB en KiCad</a:t>
            </a:r>
          </a:p>
          <a:p>
            <a:pPr/>
            <a:r>
              <a:t>Sleep modes</a:t>
            </a:r>
          </a:p>
          <a:p>
            <a:pPr/>
            <a:r>
              <a:t>Proyecto de ingeniería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y Próximos Pasos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