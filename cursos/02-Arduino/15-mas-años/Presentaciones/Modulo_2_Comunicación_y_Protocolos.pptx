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Comunicación y Protocolos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Avanzado de Arduino y Sistemas Embebidos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UART, I2C, SPI, 1-Wire, protocolos industriales, análisis con lógica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Protocolos a bajo nivel</a:t>
            </a:r>
          </a:p>
          <a:p>
            <a:pPr/>
            <a:r>
              <a:t>Timing crítico</a:t>
            </a:r>
          </a:p>
          <a:p>
            <a:pPr/>
            <a:r>
              <a:t>DMA</a:t>
            </a:r>
          </a:p>
          <a:p>
            <a:pPr/>
            <a:r>
              <a:t>Análisis con analizador lógico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